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CF6"/>
    <a:srgbClr val="6B7280"/>
    <a:srgbClr val="D1D5DB"/>
    <a:srgbClr val="1F2937"/>
    <a:srgbClr val="FBBF24"/>
    <a:srgbClr val="6366F1"/>
    <a:srgbClr val="E9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91764-7EEC-482E-BE8D-5271F0BCF9F1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6C2DD-C67C-4861-8396-45C531B257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450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4B1A-EDCF-45A5-845A-923A1609B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78B47-5281-4DDD-B1F9-EFA44F91A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C971-850C-44C0-8E8C-951DF5FE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F9D63-67F4-4586-88AD-151B4320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F2468-4333-473D-B1EB-BDA6399F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723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4D70-1B05-486C-A6BF-BD2326C8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A3BF-62E2-4AE1-B476-1A00A7204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3775-CDDA-4A1E-8430-9E6A9B12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67AC0-ADC9-4C90-A3C4-7CA5286D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8E7D5-6D95-44BB-96EE-7CBF76D1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566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C0C9-F29A-404C-8CD8-158DE84F9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D0683-785C-45EB-9477-08C834D8F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4CE34-7FF6-41DF-A8EA-85F9449F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AE45E-8D3B-49D5-B618-C099D237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F1EA7-EEF6-4B9E-BD49-ACF9E6FB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7792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59CF-8732-4BAD-A0E0-185E6D1C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A015-6FBC-4714-BD73-34DC2B472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D0C4A-F7EB-47BD-B7D2-5D17A2929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F4094-76FA-4AB6-909B-5C7C3A2C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9209-E1C4-40DA-9BA3-75DCCADE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6F6E9-CB7C-4E6E-B2EF-F6A50FBD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551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A2F4-0DE3-4694-AF66-89306B73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82040-5DFA-4D8A-840D-41F7B7FEB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73830-EE34-4B6E-9FDE-81010C10E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5AE207-3B4B-4E63-9C25-FD16C8D28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2BC82-91A2-49B7-ADE3-32DBC161E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F8D24-9C72-4B07-9E10-C52C160E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ED18C-D11F-4A01-AD2B-469F524E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C9E04-F59F-4AAE-A440-61605BC9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87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DA2C-761E-495F-A4D2-1FC9986D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8C92F-9386-484D-BD93-19A34E83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F68E-3525-42FD-B6CB-1B10A33F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A017C-97D4-425D-AFBB-4AD62A40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042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9F67A-17D7-4DCC-8219-A83B68A66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7F96E-D573-48DD-8D6B-5FAED950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8D2EE-8A95-4577-8C25-E430C898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064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F9B7-5D8A-441C-A5E8-37FBA2A8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9DED-F43F-42FB-9B4E-532889034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9C2CB-2B22-4D0B-88DD-DD46EAC9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4F529-7103-458C-8246-F63DB132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5CA88-CA6B-46D0-A428-13804B2C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64086-95E8-461D-9961-18D5E87B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8276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3D703-3DC7-40E0-B439-F0DACFEF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C3720-3ED6-4335-8F3A-C74C9FACA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7E5E7-6509-4B22-AFDC-866C65321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4D172-3EC6-40DB-99CD-3AA5F7A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75C5B-872E-4E16-8CF2-E63C802B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1CA4E-43BC-4CAD-B8C0-B9CAEDEE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153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60F7-8279-4315-A184-155D4739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49CD2-780D-4B42-932A-370D10277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C6FBB-B4E0-4AA5-8983-7758AFBD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4F8F-417D-464A-B075-D5E40F9C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C5A4-EBE7-4F34-9A6B-BCB97C7B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818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AFCD8-C876-4377-A468-EC8910505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BC0C-6DDE-4F5E-8103-49F69119E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EC81-8FEB-4C51-BB0B-F0671B62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25BB-733D-4CF6-BA87-BB3F7163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1714C-65BD-45BA-85C8-C90A75AC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6734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7F753-332B-415B-8493-D2335626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5F9C5-8595-4EF4-9FD7-487883731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0084-060F-43C8-AB42-55926E8D6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92FC6-D9DA-46BF-8701-FAA5B8BEC19B}" type="datetimeFigureOut">
              <a:rPr lang="en-PK" smtClean="0"/>
              <a:t>25/11/2025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08545-81FA-477E-BAFB-BF17ADF09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CA9A2-94BD-40AF-B8FC-65DEB80FA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997B5-A74C-40FC-B2F7-51173FBD7E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552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85C236-A1C0-47E0-A6E6-276BE25A5809}"/>
              </a:ext>
            </a:extLst>
          </p:cNvPr>
          <p:cNvSpPr/>
          <p:nvPr/>
        </p:nvSpPr>
        <p:spPr>
          <a:xfrm>
            <a:off x="9563758" y="380230"/>
            <a:ext cx="1627468" cy="6097540"/>
          </a:xfrm>
          <a:prstGeom prst="roundRect">
            <a:avLst>
              <a:gd name="adj" fmla="val 334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Google Shape;465;p28">
            <a:extLst>
              <a:ext uri="{FF2B5EF4-FFF2-40B4-BE49-F238E27FC236}">
                <a16:creationId xmlns:a16="http://schemas.microsoft.com/office/drawing/2014/main" id="{6FAB3C18-8A3A-4ACE-B098-8D291DF4B019}"/>
              </a:ext>
            </a:extLst>
          </p:cNvPr>
          <p:cNvSpPr txBox="1">
            <a:spLocks/>
          </p:cNvSpPr>
          <p:nvPr/>
        </p:nvSpPr>
        <p:spPr>
          <a:xfrm>
            <a:off x="556274" y="546100"/>
            <a:ext cx="8638526" cy="1862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6000" b="1" dirty="0">
                <a:latin typeface="Poppins" panose="00000500000000000000" pitchFamily="2" charset="0"/>
                <a:cs typeface="Poppins" panose="00000500000000000000" pitchFamily="2" charset="0"/>
              </a:rPr>
              <a:t>Human Computer Interaction</a:t>
            </a:r>
          </a:p>
        </p:txBody>
      </p:sp>
      <p:sp>
        <p:nvSpPr>
          <p:cNvPr id="5" name="Google Shape;465;p28">
            <a:extLst>
              <a:ext uri="{FF2B5EF4-FFF2-40B4-BE49-F238E27FC236}">
                <a16:creationId xmlns:a16="http://schemas.microsoft.com/office/drawing/2014/main" id="{564E20C9-3068-400E-972C-C837772E60B9}"/>
              </a:ext>
            </a:extLst>
          </p:cNvPr>
          <p:cNvSpPr txBox="1">
            <a:spLocks/>
          </p:cNvSpPr>
          <p:nvPr/>
        </p:nvSpPr>
        <p:spPr>
          <a:xfrm>
            <a:off x="556274" y="2997338"/>
            <a:ext cx="7749526" cy="550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Project: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Kidedu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Form Designing</a:t>
            </a:r>
          </a:p>
        </p:txBody>
      </p:sp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568974" y="3522638"/>
            <a:ext cx="7749526" cy="550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Kids application for learning</a:t>
            </a:r>
          </a:p>
        </p:txBody>
      </p:sp>
      <p:sp>
        <p:nvSpPr>
          <p:cNvPr id="8" name="Google Shape;465;p28">
            <a:extLst>
              <a:ext uri="{FF2B5EF4-FFF2-40B4-BE49-F238E27FC236}">
                <a16:creationId xmlns:a16="http://schemas.microsoft.com/office/drawing/2014/main" id="{2BCE85B4-8323-4CE1-B57B-2996F57047CE}"/>
              </a:ext>
            </a:extLst>
          </p:cNvPr>
          <p:cNvSpPr txBox="1">
            <a:spLocks/>
          </p:cNvSpPr>
          <p:nvPr/>
        </p:nvSpPr>
        <p:spPr>
          <a:xfrm>
            <a:off x="568974" y="4921075"/>
            <a:ext cx="7749526" cy="550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Group 07:</a:t>
            </a:r>
          </a:p>
        </p:txBody>
      </p:sp>
      <p:sp>
        <p:nvSpPr>
          <p:cNvPr id="9" name="Google Shape;465;p28">
            <a:extLst>
              <a:ext uri="{FF2B5EF4-FFF2-40B4-BE49-F238E27FC236}">
                <a16:creationId xmlns:a16="http://schemas.microsoft.com/office/drawing/2014/main" id="{9E98EA00-75DA-4730-ACC8-D45715BA78DA}"/>
              </a:ext>
            </a:extLst>
          </p:cNvPr>
          <p:cNvSpPr txBox="1">
            <a:spLocks/>
          </p:cNvSpPr>
          <p:nvPr/>
        </p:nvSpPr>
        <p:spPr>
          <a:xfrm>
            <a:off x="1000774" y="5180975"/>
            <a:ext cx="7749526" cy="1227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Mahad Mustafa (BCSF23M008)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Shahram </a:t>
            </a:r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Munsaf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(BCSF23M023)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Muazzam Ali (BCSF23M047)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2D5CC6-ACD3-4D53-AFE8-02827BB79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603" y="2049113"/>
            <a:ext cx="1081775" cy="10817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0426EB-C41F-4485-AF4A-9C77E6D44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225" y="3631663"/>
            <a:ext cx="882249" cy="8822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FCE4C2-23A1-4A8F-BDCA-93BBB26D6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00" y="546100"/>
            <a:ext cx="1081774" cy="10817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9B9ECE-BB9C-4EA3-90B7-3B3E7ABB15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958" y="5150294"/>
            <a:ext cx="745516" cy="102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1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10043082" y="1561833"/>
            <a:ext cx="1996245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Multi-Step Form (Pagination)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CC9B-6AAC-4A3E-926F-2D4BA8C5A728}"/>
              </a:ext>
            </a:extLst>
          </p:cNvPr>
          <p:cNvGrpSpPr/>
          <p:nvPr/>
        </p:nvGrpSpPr>
        <p:grpSpPr>
          <a:xfrm>
            <a:off x="9889867" y="1500600"/>
            <a:ext cx="1151338" cy="36632"/>
            <a:chOff x="9766570" y="1728118"/>
            <a:chExt cx="1341294" cy="457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31F922-5119-44E4-B64E-BD5DD16CF308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2101E-F030-4708-A9A2-4B0C16CEEE7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0126426" y="4911715"/>
            <a:ext cx="2169148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Sequential Field Dependencies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>
            <a:off x="9983609" y="4821588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222713" y="2475461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1. Progressive Disclosure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3577D-8A0C-45BD-8C63-28380141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521" y="384100"/>
            <a:ext cx="8132088" cy="3304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00B94D-A125-4149-9259-31EEC9C7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522" y="4335764"/>
            <a:ext cx="8132088" cy="16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9948341" y="1639517"/>
            <a:ext cx="1996245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Real time Input Validation on all fields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CC9B-6AAC-4A3E-926F-2D4BA8C5A728}"/>
              </a:ext>
            </a:extLst>
          </p:cNvPr>
          <p:cNvGrpSpPr/>
          <p:nvPr/>
        </p:nvGrpSpPr>
        <p:grpSpPr>
          <a:xfrm>
            <a:off x="9392294" y="1400222"/>
            <a:ext cx="1151338" cy="36632"/>
            <a:chOff x="9766570" y="1728118"/>
            <a:chExt cx="1341294" cy="457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31F922-5119-44E4-B64E-BD5DD16CF308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2101E-F030-4708-A9A2-4B0C16CEEE7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FAD0560-95EB-4310-9DBB-CC1EBD2E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468" y="356273"/>
            <a:ext cx="6298826" cy="4406049"/>
          </a:xfrm>
          <a:prstGeom prst="rect">
            <a:avLst/>
          </a:prstGeom>
        </p:spPr>
      </p:pic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017490" y="3142104"/>
            <a:ext cx="2169148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Error Prevention by disabling next fields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 flipH="1">
            <a:off x="1942128" y="2854085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315308" y="2436132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600" b="1" dirty="0">
                <a:latin typeface="Poppins" panose="00000500000000000000" pitchFamily="2" charset="0"/>
                <a:cs typeface="Poppins" panose="00000500000000000000" pitchFamily="2" charset="0"/>
              </a:rPr>
              <a:t>2. Input Validation &amp; Error Prevention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2932CC-F476-44CE-903E-9793C2E45BD8}"/>
              </a:ext>
            </a:extLst>
          </p:cNvPr>
          <p:cNvSpPr/>
          <p:nvPr/>
        </p:nvSpPr>
        <p:spPr>
          <a:xfrm>
            <a:off x="3266298" y="2662924"/>
            <a:ext cx="5953165" cy="382321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Google Shape;465;p28">
            <a:extLst>
              <a:ext uri="{FF2B5EF4-FFF2-40B4-BE49-F238E27FC236}">
                <a16:creationId xmlns:a16="http://schemas.microsoft.com/office/drawing/2014/main" id="{B51E0A0C-5F1C-4B03-AD73-EC684DF9979C}"/>
              </a:ext>
            </a:extLst>
          </p:cNvPr>
          <p:cNvSpPr txBox="1">
            <a:spLocks/>
          </p:cNvSpPr>
          <p:nvPr/>
        </p:nvSpPr>
        <p:spPr>
          <a:xfrm>
            <a:off x="9948341" y="3633014"/>
            <a:ext cx="2165171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Custom Validation Messages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D228F9-FCDF-4EAC-BB01-8284CB69E8F4}"/>
              </a:ext>
            </a:extLst>
          </p:cNvPr>
          <p:cNvGrpSpPr/>
          <p:nvPr/>
        </p:nvGrpSpPr>
        <p:grpSpPr>
          <a:xfrm>
            <a:off x="9392294" y="3578066"/>
            <a:ext cx="1151338" cy="36632"/>
            <a:chOff x="9766570" y="1728118"/>
            <a:chExt cx="1341294" cy="4571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87D983-C6E8-4BBF-B31B-34DDD8ED05A0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B64B9E-513B-44A1-881E-66F1D06DBC08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986F6DD-F47C-4CD9-B1CF-F5E2DE11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66" y="4920363"/>
            <a:ext cx="6298827" cy="1282019"/>
          </a:xfrm>
          <a:prstGeom prst="rect">
            <a:avLst/>
          </a:prstGeom>
        </p:spPr>
      </p:pic>
      <p:sp>
        <p:nvSpPr>
          <p:cNvPr id="30" name="Google Shape;465;p28">
            <a:extLst>
              <a:ext uri="{FF2B5EF4-FFF2-40B4-BE49-F238E27FC236}">
                <a16:creationId xmlns:a16="http://schemas.microsoft.com/office/drawing/2014/main" id="{E2BF2D58-D3FE-4509-8A26-00D344298ADC}"/>
              </a:ext>
            </a:extLst>
          </p:cNvPr>
          <p:cNvSpPr txBox="1">
            <a:spLocks/>
          </p:cNvSpPr>
          <p:nvPr/>
        </p:nvSpPr>
        <p:spPr>
          <a:xfrm>
            <a:off x="1017490" y="5365311"/>
            <a:ext cx="2169148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Error Prevention by disabling next sections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AD86F9-2664-4F5B-B2F5-B0372B7B3E74}"/>
              </a:ext>
            </a:extLst>
          </p:cNvPr>
          <p:cNvGrpSpPr/>
          <p:nvPr/>
        </p:nvGrpSpPr>
        <p:grpSpPr>
          <a:xfrm flipH="1">
            <a:off x="1942128" y="5148551"/>
            <a:ext cx="1151338" cy="36632"/>
            <a:chOff x="9766570" y="1728118"/>
            <a:chExt cx="1341294" cy="45719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AB65F09-BD86-4E04-8CE6-E255D727EEF5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131BF0-E821-4A0D-B413-ADE4403BB9F8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37189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9146949" y="1207535"/>
            <a:ext cx="2937066" cy="6752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Visual Feedback(Progress bar, color-coded validation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etc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CC9B-6AAC-4A3E-926F-2D4BA8C5A728}"/>
              </a:ext>
            </a:extLst>
          </p:cNvPr>
          <p:cNvGrpSpPr/>
          <p:nvPr/>
        </p:nvGrpSpPr>
        <p:grpSpPr>
          <a:xfrm>
            <a:off x="8969506" y="937832"/>
            <a:ext cx="1151338" cy="36632"/>
            <a:chOff x="9766570" y="1728118"/>
            <a:chExt cx="1341294" cy="457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31F922-5119-44E4-B64E-BD5DD16CF308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2101E-F030-4708-A9A2-4B0C16CEEE7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017490" y="3310341"/>
            <a:ext cx="2266484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User instructions (notifications &amp; section descriptions)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 flipH="1">
            <a:off x="1999228" y="2854086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315308" y="2436132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3. User Guidance &amp; Feedback</a:t>
            </a:r>
          </a:p>
        </p:txBody>
      </p:sp>
      <p:sp>
        <p:nvSpPr>
          <p:cNvPr id="16" name="Google Shape;465;p28">
            <a:extLst>
              <a:ext uri="{FF2B5EF4-FFF2-40B4-BE49-F238E27FC236}">
                <a16:creationId xmlns:a16="http://schemas.microsoft.com/office/drawing/2014/main" id="{B51E0A0C-5F1C-4B03-AD73-EC684DF9979C}"/>
              </a:ext>
            </a:extLst>
          </p:cNvPr>
          <p:cNvSpPr txBox="1">
            <a:spLocks/>
          </p:cNvSpPr>
          <p:nvPr/>
        </p:nvSpPr>
        <p:spPr>
          <a:xfrm>
            <a:off x="9732493" y="5692709"/>
            <a:ext cx="2165171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Placeholder &amp; Hints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E623AB-2CB9-4A2E-8465-4A422D812B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76" t="13992" r="20335" b="9925"/>
          <a:stretch/>
        </p:blipFill>
        <p:spPr>
          <a:xfrm>
            <a:off x="3150566" y="2041987"/>
            <a:ext cx="6175634" cy="440576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CD228F9-FCDF-4EAC-BB01-8284CB69E8F4}"/>
              </a:ext>
            </a:extLst>
          </p:cNvPr>
          <p:cNvGrpSpPr/>
          <p:nvPr/>
        </p:nvGrpSpPr>
        <p:grpSpPr>
          <a:xfrm>
            <a:off x="9326200" y="5865220"/>
            <a:ext cx="1151338" cy="36632"/>
            <a:chOff x="9766570" y="1728118"/>
            <a:chExt cx="1341294" cy="4571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87D983-C6E8-4BBF-B31B-34DDD8ED05A0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B64B9E-513B-44A1-881E-66F1D06DBC08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D11DEB-A878-420F-8617-69D777126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78" y="490034"/>
            <a:ext cx="7140927" cy="831056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5640EC-9F99-44E3-9255-486E2475BE13}"/>
              </a:ext>
            </a:extLst>
          </p:cNvPr>
          <p:cNvSpPr/>
          <p:nvPr/>
        </p:nvSpPr>
        <p:spPr>
          <a:xfrm>
            <a:off x="3235798" y="4673586"/>
            <a:ext cx="2236849" cy="675257"/>
          </a:xfrm>
          <a:prstGeom prst="roundRect">
            <a:avLst>
              <a:gd name="adj" fmla="val 23753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832C41-9DD8-4323-ABB8-716848BAFF43}"/>
              </a:ext>
            </a:extLst>
          </p:cNvPr>
          <p:cNvSpPr/>
          <p:nvPr/>
        </p:nvSpPr>
        <p:spPr>
          <a:xfrm>
            <a:off x="3294790" y="5908789"/>
            <a:ext cx="1998570" cy="295365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121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9146949" y="1043580"/>
            <a:ext cx="2937066" cy="6752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Mouse/Keyboard Toggle (Interaction Controls)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CC9B-6AAC-4A3E-926F-2D4BA8C5A728}"/>
              </a:ext>
            </a:extLst>
          </p:cNvPr>
          <p:cNvGrpSpPr/>
          <p:nvPr/>
        </p:nvGrpSpPr>
        <p:grpSpPr>
          <a:xfrm>
            <a:off x="8969506" y="937832"/>
            <a:ext cx="1151338" cy="36632"/>
            <a:chOff x="9766570" y="1728118"/>
            <a:chExt cx="1341294" cy="457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31F922-5119-44E4-B64E-BD5DD16CF308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2101E-F030-4708-A9A2-4B0C16CEEE7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181709" y="4801536"/>
            <a:ext cx="2266484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Focus Management (Auto Focus on first field)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 flipH="1">
            <a:off x="2507228" y="4505086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175230" y="2057588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4. Interaction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49DE3-4C89-4935-99B4-7D4E3173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83" y="647700"/>
            <a:ext cx="2897822" cy="3197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832F49-934B-4748-A0A2-281F3F21B6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62" t="11852" r="15209" b="55185"/>
          <a:stretch/>
        </p:blipFill>
        <p:spPr>
          <a:xfrm>
            <a:off x="3658566" y="4148258"/>
            <a:ext cx="7559906" cy="19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2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13C310B-13D5-40DE-9020-1CF1327242D8}"/>
              </a:ext>
            </a:extLst>
          </p:cNvPr>
          <p:cNvGrpSpPr/>
          <p:nvPr/>
        </p:nvGrpSpPr>
        <p:grpSpPr>
          <a:xfrm>
            <a:off x="8579872" y="2927171"/>
            <a:ext cx="1151338" cy="36632"/>
            <a:chOff x="9766570" y="1728118"/>
            <a:chExt cx="1341294" cy="4571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3BF292-C4E3-4C39-A071-ACA38EFCAA8C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3F34E1-1164-448C-9DB1-C2DAED6125C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6" name="Google Shape;465;p28">
            <a:extLst>
              <a:ext uri="{FF2B5EF4-FFF2-40B4-BE49-F238E27FC236}">
                <a16:creationId xmlns:a16="http://schemas.microsoft.com/office/drawing/2014/main" id="{A6E34714-CC4C-436B-9950-1915C968BCBD}"/>
              </a:ext>
            </a:extLst>
          </p:cNvPr>
          <p:cNvSpPr txBox="1">
            <a:spLocks/>
          </p:cNvSpPr>
          <p:nvPr/>
        </p:nvSpPr>
        <p:spPr>
          <a:xfrm>
            <a:off x="8984785" y="1169519"/>
            <a:ext cx="2175418" cy="6752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Voice Input (Web Speech Integration)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CC9B-6AAC-4A3E-926F-2D4BA8C5A728}"/>
              </a:ext>
            </a:extLst>
          </p:cNvPr>
          <p:cNvGrpSpPr/>
          <p:nvPr/>
        </p:nvGrpSpPr>
        <p:grpSpPr>
          <a:xfrm>
            <a:off x="8579872" y="964263"/>
            <a:ext cx="1151338" cy="36632"/>
            <a:chOff x="9766570" y="1728118"/>
            <a:chExt cx="1341294" cy="457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31F922-5119-44E4-B64E-BD5DD16CF308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2101E-F030-4708-A9A2-4B0C16CEEE7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165423" y="5382104"/>
            <a:ext cx="2501291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Password hide/show toggle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 flipH="1">
            <a:off x="2709462" y="5326219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175230" y="2590988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5. Advanced Input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F8BA6-FBDA-4A93-A663-767F0556F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79" t="15484" r="1772" b="7322"/>
          <a:stretch/>
        </p:blipFill>
        <p:spPr>
          <a:xfrm>
            <a:off x="1324351" y="273194"/>
            <a:ext cx="7503719" cy="3890433"/>
          </a:xfrm>
          <a:prstGeom prst="rect">
            <a:avLst/>
          </a:prstGeom>
        </p:spPr>
      </p:pic>
      <p:sp>
        <p:nvSpPr>
          <p:cNvPr id="15" name="Google Shape;465;p28">
            <a:extLst>
              <a:ext uri="{FF2B5EF4-FFF2-40B4-BE49-F238E27FC236}">
                <a16:creationId xmlns:a16="http://schemas.microsoft.com/office/drawing/2014/main" id="{9DC65B48-920E-44AD-8181-150F67A5B9ED}"/>
              </a:ext>
            </a:extLst>
          </p:cNvPr>
          <p:cNvSpPr txBox="1">
            <a:spLocks/>
          </p:cNvSpPr>
          <p:nvPr/>
        </p:nvSpPr>
        <p:spPr>
          <a:xfrm>
            <a:off x="8984785" y="2963802"/>
            <a:ext cx="2175418" cy="6752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Date Picker with Calendar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98B5E9-96ED-49DA-9B87-16A1BAA5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5023666"/>
            <a:ext cx="7987691" cy="125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6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65;p28">
            <a:extLst>
              <a:ext uri="{FF2B5EF4-FFF2-40B4-BE49-F238E27FC236}">
                <a16:creationId xmlns:a16="http://schemas.microsoft.com/office/drawing/2014/main" id="{071421BD-9D3D-40AD-859C-CA1651D7083A}"/>
              </a:ext>
            </a:extLst>
          </p:cNvPr>
          <p:cNvSpPr txBox="1">
            <a:spLocks/>
          </p:cNvSpPr>
          <p:nvPr/>
        </p:nvSpPr>
        <p:spPr>
          <a:xfrm>
            <a:off x="1089223" y="3426290"/>
            <a:ext cx="2501291" cy="67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Google Map API integration to get current location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494687-0142-43A1-A102-0CDBA12EEC2C}"/>
              </a:ext>
            </a:extLst>
          </p:cNvPr>
          <p:cNvGrpSpPr/>
          <p:nvPr/>
        </p:nvGrpSpPr>
        <p:grpSpPr>
          <a:xfrm flipH="1">
            <a:off x="2439176" y="3091019"/>
            <a:ext cx="1151338" cy="36632"/>
            <a:chOff x="9766570" y="1728118"/>
            <a:chExt cx="1341294" cy="4571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62F467-6B15-4272-A6F0-8501596CB004}"/>
                </a:ext>
              </a:extLst>
            </p:cNvPr>
            <p:cNvCxnSpPr/>
            <p:nvPr/>
          </p:nvCxnSpPr>
          <p:spPr>
            <a:xfrm>
              <a:off x="9766570" y="1750977"/>
              <a:ext cx="12955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14E331-30DA-4289-9118-890C11DB9A0B}"/>
                </a:ext>
              </a:extLst>
            </p:cNvPr>
            <p:cNvSpPr/>
            <p:nvPr/>
          </p:nvSpPr>
          <p:spPr>
            <a:xfrm>
              <a:off x="11062145" y="172811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1" name="Google Shape;465;p28">
            <a:extLst>
              <a:ext uri="{FF2B5EF4-FFF2-40B4-BE49-F238E27FC236}">
                <a16:creationId xmlns:a16="http://schemas.microsoft.com/office/drawing/2014/main" id="{16981779-4D64-4B67-BBC4-2978387089C1}"/>
              </a:ext>
            </a:extLst>
          </p:cNvPr>
          <p:cNvSpPr txBox="1">
            <a:spLocks/>
          </p:cNvSpPr>
          <p:nvPr/>
        </p:nvSpPr>
        <p:spPr>
          <a:xfrm rot="16200000">
            <a:off x="-3175230" y="2590988"/>
            <a:ext cx="7270957" cy="10221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5. Advanced Input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51C10-13A8-49B2-9ED4-47CD01D86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14" y="1228467"/>
            <a:ext cx="8043443" cy="41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0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153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Ali</dc:creator>
  <cp:lastModifiedBy>Muhammad Ali</cp:lastModifiedBy>
  <cp:revision>7</cp:revision>
  <dcterms:created xsi:type="dcterms:W3CDTF">2025-10-04T12:13:13Z</dcterms:created>
  <dcterms:modified xsi:type="dcterms:W3CDTF">2025-11-25T06:33:16Z</dcterms:modified>
</cp:coreProperties>
</file>